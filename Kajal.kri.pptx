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56" r:id="rId4"/>
    <p:sldId id="257" r:id="rId5"/>
    <p:sldId id="258" r:id="rId6"/>
    <p:sldId id="259" r:id="rId7"/>
    <p:sldId id="261" r:id="rId8"/>
    <p:sldId id="260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2320-011F-951D-E218-053DFE1553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12503-897F-AE62-DA8E-C31168DB35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5A0814-6CC1-3CDD-811F-966D25FB7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22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28A7-BEC1-57A3-81BA-7361D680C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B1169-B609-3B0E-6CB6-538CCC8029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9483A451-24CD-72D4-4F5D-2120086A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2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9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Social Analysis in Business Environment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>
                <a:solidFill>
                  <a:schemeClr val="tx1"/>
                </a:solidFill>
              </a:rPr>
              <a:t>Understanding the Social Factors Affecting Business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Presented by: Himanshu Jayara</a:t>
            </a:r>
            <a:r>
              <a:rPr lang="en-US" dirty="0">
                <a:solidFill>
                  <a:schemeClr val="tx1"/>
                </a:solidFill>
              </a:rPr>
              <a:t>, Dhruv Bhatt, Hritik Roshan, Jatin Singh Bisht, Mayank, Jeevan, </a:t>
            </a:r>
            <a:r>
              <a:rPr lang="en-US" dirty="0" err="1">
                <a:solidFill>
                  <a:schemeClr val="tx1"/>
                </a:solidFill>
              </a:rPr>
              <a:t>Harsh,Kabeer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7" name="Picture 6" descr="A close-up of words&#10;&#10;AI-generated content may be incorrect.">
            <a:extLst>
              <a:ext uri="{FF2B5EF4-FFF2-40B4-BE49-F238E27FC236}">
                <a16:creationId xmlns:a16="http://schemas.microsoft.com/office/drawing/2014/main" id="{476296E9-7B0C-216F-0490-7EC4A6EF4B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Definition /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Social analysis examines cultural, demographic, and lifestyle trends.</a:t>
            </a:r>
          </a:p>
          <a:p>
            <a:pPr>
              <a:defRPr sz="2000"/>
            </a:pPr>
            <a:r>
              <a:t>Helps businesses understand people’s attitudes, behaviors, and expectations.</a:t>
            </a:r>
          </a:p>
          <a:p>
            <a:pPr>
              <a:defRPr sz="2000"/>
            </a:pPr>
            <a:r>
              <a:t>These factors influence consumer choices and brand reputation.</a:t>
            </a:r>
          </a:p>
        </p:txBody>
      </p:sp>
      <p:pic>
        <p:nvPicPr>
          <p:cNvPr id="5" name="Picture 4" descr="A person looking at a magnifying glass&#10;&#10;AI-generated content may be incorrect.">
            <a:extLst>
              <a:ext uri="{FF2B5EF4-FFF2-40B4-BE49-F238E27FC236}">
                <a16:creationId xmlns:a16="http://schemas.microsoft.com/office/drawing/2014/main" id="{AF586B76-A846-9FCA-9311-FCDC2CF9A3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13656" b="1468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Social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Population growth and demographics</a:t>
            </a:r>
          </a:p>
          <a:p>
            <a:pPr>
              <a:defRPr sz="2000"/>
            </a:pPr>
            <a:r>
              <a:t>Education level and literacy rate</a:t>
            </a:r>
          </a:p>
          <a:p>
            <a:pPr>
              <a:defRPr sz="2000"/>
            </a:pPr>
            <a:r>
              <a:t>Cultural values and beliefs</a:t>
            </a:r>
          </a:p>
          <a:p>
            <a:pPr>
              <a:defRPr sz="2000"/>
            </a:pPr>
            <a:r>
              <a:t>Lifestyle changes and social trends</a:t>
            </a:r>
          </a:p>
          <a:p>
            <a:pPr>
              <a:defRPr sz="2000"/>
            </a:pPr>
            <a:r>
              <a:t>Health and safety consciousness</a:t>
            </a:r>
          </a:p>
        </p:txBody>
      </p:sp>
      <p:pic>
        <p:nvPicPr>
          <p:cNvPr id="5" name="Picture 4" descr="A group of people holding hands around a globe&#10;&#10;AI-generated content may be incorrect.">
            <a:extLst>
              <a:ext uri="{FF2B5EF4-FFF2-40B4-BE49-F238E27FC236}">
                <a16:creationId xmlns:a16="http://schemas.microsoft.com/office/drawing/2014/main" id="{13593036-1912-5B5A-D482-DA5D591B34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1440" y="257175"/>
            <a:ext cx="9052560" cy="6343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Importance of Social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Influences product design and marketing strategies.</a:t>
            </a:r>
          </a:p>
          <a:p>
            <a:pPr>
              <a:defRPr sz="2000"/>
            </a:pPr>
            <a:r>
              <a:t>Affects workforce availability and training needs.</a:t>
            </a:r>
          </a:p>
          <a:p>
            <a:pPr>
              <a:defRPr sz="2000"/>
            </a:pPr>
            <a:r>
              <a:t>Shapes demand patterns and brand loyalty.</a:t>
            </a:r>
          </a:p>
          <a:p>
            <a:pPr>
              <a:defRPr sz="2000"/>
            </a:pPr>
            <a:r>
              <a:t>Helps align business with social expectations.</a:t>
            </a:r>
          </a:p>
        </p:txBody>
      </p:sp>
      <p:pic>
        <p:nvPicPr>
          <p:cNvPr id="5" name="Picture 4" descr="A group of people hugging a globe&#10;&#10;AI-generated content may be incorrect.">
            <a:extLst>
              <a:ext uri="{FF2B5EF4-FFF2-40B4-BE49-F238E27FC236}">
                <a16:creationId xmlns:a16="http://schemas.microsoft.com/office/drawing/2014/main" id="{F31726FD-88D2-4F56-D145-11E5E573D8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0584" y="447675"/>
            <a:ext cx="9043416" cy="5962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Companies that Failed to Adapt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Kodak – Ignored changing consumer trends toward digital photography.</a:t>
            </a:r>
          </a:p>
          <a:p>
            <a:pPr>
              <a:defRPr sz="2000"/>
            </a:pPr>
            <a:r>
              <a:t>Nokia – Failed to adapt to changing lifestyle preferences in mobile technology.</a:t>
            </a:r>
          </a:p>
          <a:p>
            <a:pPr>
              <a:defRPr sz="2000"/>
            </a:pPr>
            <a:r>
              <a:t>Blockbuster – Ignored social shift toward online streaming and convenience.</a:t>
            </a:r>
          </a:p>
        </p:txBody>
      </p:sp>
      <p:pic>
        <p:nvPicPr>
          <p:cNvPr id="5" name="Picture 4" descr="A child using a computer in front of a globe&#10;&#10;AI-generated content may be incorrect.">
            <a:extLst>
              <a:ext uri="{FF2B5EF4-FFF2-40B4-BE49-F238E27FC236}">
                <a16:creationId xmlns:a16="http://schemas.microsoft.com/office/drawing/2014/main" id="{E61AB08F-9A5C-3FBE-C2ED-21CEF528E3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b="786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Companies that Succeeded by Adapting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Nike – Promoted inclusivity and social campaigns like 'Equality' and 'Just Do It'.</a:t>
            </a:r>
          </a:p>
          <a:p>
            <a:pPr>
              <a:defRPr sz="2000"/>
            </a:pPr>
            <a:r>
              <a:t>Apple – Focused on lifestyle and design appealing to modern users.</a:t>
            </a:r>
          </a:p>
          <a:p>
            <a:pPr>
              <a:defRPr sz="2000"/>
            </a:pPr>
            <a:r>
              <a:t>Unilever – Emphasized sustainability and social responsibility through brands like Dove and Lifebuoy.</a:t>
            </a:r>
          </a:p>
        </p:txBody>
      </p:sp>
      <p:pic>
        <p:nvPicPr>
          <p:cNvPr id="5" name="Picture 4" descr="A group of kids around the earth&#10;&#10;AI-generated content may be incorrect.">
            <a:extLst>
              <a:ext uri="{FF2B5EF4-FFF2-40B4-BE49-F238E27FC236}">
                <a16:creationId xmlns:a16="http://schemas.microsoft.com/office/drawing/2014/main" id="{6426CBA6-430E-25E5-946D-0FC1C19E82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Summary /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Social factors shape how businesses interact with society.</a:t>
            </a:r>
          </a:p>
          <a:p>
            <a:pPr>
              <a:defRPr sz="2000"/>
            </a:pPr>
            <a:r>
              <a:t>Understanding trends helps firms remain relevant and trusted.</a:t>
            </a:r>
          </a:p>
          <a:p>
            <a:pPr>
              <a:defRPr sz="2000"/>
            </a:pPr>
            <a:r>
              <a:t>Ignoring social changes can lead to decline or failure.</a:t>
            </a:r>
          </a:p>
        </p:txBody>
      </p:sp>
      <p:pic>
        <p:nvPicPr>
          <p:cNvPr id="5" name="Picture 4" descr="A group of colorful speech bubbles&#10;&#10;AI-generated content may be incorrect.">
            <a:extLst>
              <a:ext uri="{FF2B5EF4-FFF2-40B4-BE49-F238E27FC236}">
                <a16:creationId xmlns:a16="http://schemas.microsoft.com/office/drawing/2014/main" id="{72CA6970-36E0-CCED-91FE-34A10DF03D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Presented by: </a:t>
            </a:r>
            <a:r>
              <a:rPr lang="en-IN" dirty="0"/>
              <a:t>Kajal Kumari</a:t>
            </a:r>
            <a:endParaRPr dirty="0"/>
          </a:p>
          <a:p>
            <a:pPr marL="0" indent="0"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249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Social Analysis in Business Environment</vt:lpstr>
      <vt:lpstr>Definition / Meaning</vt:lpstr>
      <vt:lpstr>Key Social Factors</vt:lpstr>
      <vt:lpstr>Importance of Social Factors</vt:lpstr>
      <vt:lpstr>Companies that Failed to Adapt</vt:lpstr>
      <vt:lpstr>Companies that Succeeded by Adapting</vt:lpstr>
      <vt:lpstr>Summary / Key Takeaways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Abhay Rajput</dc:creator>
  <cp:keywords/>
  <dc:description>generated using python-pptx</dc:description>
  <cp:lastModifiedBy>Abhay Rajput</cp:lastModifiedBy>
  <cp:revision>8</cp:revision>
  <dcterms:created xsi:type="dcterms:W3CDTF">2013-01-27T09:14:16Z</dcterms:created>
  <dcterms:modified xsi:type="dcterms:W3CDTF">2025-11-10T18:52:49Z</dcterms:modified>
  <cp:category/>
</cp:coreProperties>
</file>